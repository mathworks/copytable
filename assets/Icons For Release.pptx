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F06069-80BF-4240-9548-8F7D0DD1D3B4}" v="14" dt="2026-07-12T01:07:05.1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0799" autoAdjust="0"/>
  </p:normalViewPr>
  <p:slideViewPr>
    <p:cSldViewPr snapToGrid="0">
      <p:cViewPr>
        <p:scale>
          <a:sx n="92" d="100"/>
          <a:sy n="92" d="100"/>
        </p:scale>
        <p:origin x="-116" y="-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eron Bosley" userId="c80fceb3-8f23-455a-9dd2-f2c3bc128873" providerId="ADAL" clId="{944924B4-8740-4825-ACA7-EF8C9C79642D}"/>
    <pc:docChg chg="undo custSel addSld modSld">
      <pc:chgData name="Cameron Bosley" userId="c80fceb3-8f23-455a-9dd2-f2c3bc128873" providerId="ADAL" clId="{944924B4-8740-4825-ACA7-EF8C9C79642D}" dt="2026-07-13T01:03:16.917" v="208" actId="20577"/>
      <pc:docMkLst>
        <pc:docMk/>
      </pc:docMkLst>
      <pc:sldChg chg="modSp mod">
        <pc:chgData name="Cameron Bosley" userId="c80fceb3-8f23-455a-9dd2-f2c3bc128873" providerId="ADAL" clId="{944924B4-8740-4825-ACA7-EF8C9C79642D}" dt="2026-07-10T20:16:36.931" v="5" actId="1076"/>
        <pc:sldMkLst>
          <pc:docMk/>
          <pc:sldMk cId="650489438" sldId="257"/>
        </pc:sldMkLst>
        <pc:spChg chg="mod">
          <ac:chgData name="Cameron Bosley" userId="c80fceb3-8f23-455a-9dd2-f2c3bc128873" providerId="ADAL" clId="{944924B4-8740-4825-ACA7-EF8C9C79642D}" dt="2026-07-10T20:16:36.931" v="5" actId="1076"/>
          <ac:spMkLst>
            <pc:docMk/>
            <pc:sldMk cId="650489438" sldId="257"/>
            <ac:spMk id="24" creationId="{960F189A-ADE8-64ED-247F-9435DE7A15A2}"/>
          </ac:spMkLst>
        </pc:spChg>
      </pc:sldChg>
      <pc:sldChg chg="addSp delSp modSp add mod">
        <pc:chgData name="Cameron Bosley" userId="c80fceb3-8f23-455a-9dd2-f2c3bc128873" providerId="ADAL" clId="{944924B4-8740-4825-ACA7-EF8C9C79642D}" dt="2026-07-13T01:03:16.917" v="208" actId="20577"/>
        <pc:sldMkLst>
          <pc:docMk/>
          <pc:sldMk cId="3920726022" sldId="258"/>
        </pc:sldMkLst>
        <pc:spChg chg="mod">
          <ac:chgData name="Cameron Bosley" userId="c80fceb3-8f23-455a-9dd2-f2c3bc128873" providerId="ADAL" clId="{944924B4-8740-4825-ACA7-EF8C9C79642D}" dt="2026-07-10T20:17:10.710" v="13" actId="14100"/>
          <ac:spMkLst>
            <pc:docMk/>
            <pc:sldMk cId="3920726022" sldId="258"/>
            <ac:spMk id="3" creationId="{E5B36E43-BBD1-BEC7-0BAA-37A669ADE42C}"/>
          </ac:spMkLst>
        </pc:spChg>
        <pc:spChg chg="mod">
          <ac:chgData name="Cameron Bosley" userId="c80fceb3-8f23-455a-9dd2-f2c3bc128873" providerId="ADAL" clId="{944924B4-8740-4825-ACA7-EF8C9C79642D}" dt="2026-07-10T20:17:14.624" v="14" actId="14100"/>
          <ac:spMkLst>
            <pc:docMk/>
            <pc:sldMk cId="3920726022" sldId="258"/>
            <ac:spMk id="5" creationId="{9D9F077A-7C59-E6E7-150E-E30B4A1D5C9C}"/>
          </ac:spMkLst>
        </pc:spChg>
        <pc:spChg chg="add del mod">
          <ac:chgData name="Cameron Bosley" userId="c80fceb3-8f23-455a-9dd2-f2c3bc128873" providerId="ADAL" clId="{944924B4-8740-4825-ACA7-EF8C9C79642D}" dt="2026-07-12T01:08:37.349" v="204" actId="207"/>
          <ac:spMkLst>
            <pc:docMk/>
            <pc:sldMk cId="3920726022" sldId="258"/>
            <ac:spMk id="7" creationId="{84210954-BA6C-C27F-B2D5-893564FEB6E5}"/>
          </ac:spMkLst>
        </pc:spChg>
        <pc:spChg chg="add del mod ord">
          <ac:chgData name="Cameron Bosley" userId="c80fceb3-8f23-455a-9dd2-f2c3bc128873" providerId="ADAL" clId="{944924B4-8740-4825-ACA7-EF8C9C79642D}" dt="2026-07-12T01:09:11.066" v="206" actId="207"/>
          <ac:spMkLst>
            <pc:docMk/>
            <pc:sldMk cId="3920726022" sldId="258"/>
            <ac:spMk id="8" creationId="{D67E1977-015C-195F-6194-F5816B572BC3}"/>
          </ac:spMkLst>
        </pc:spChg>
        <pc:spChg chg="add mod">
          <ac:chgData name="Cameron Bosley" userId="c80fceb3-8f23-455a-9dd2-f2c3bc128873" providerId="ADAL" clId="{944924B4-8740-4825-ACA7-EF8C9C79642D}" dt="2026-07-12T00:52:49.921" v="144" actId="1076"/>
          <ac:spMkLst>
            <pc:docMk/>
            <pc:sldMk cId="3920726022" sldId="258"/>
            <ac:spMk id="9" creationId="{B2B879A6-DB3C-6284-8986-7B2DFEDE1985}"/>
          </ac:spMkLst>
        </pc:spChg>
        <pc:spChg chg="add del mod">
          <ac:chgData name="Cameron Bosley" userId="c80fceb3-8f23-455a-9dd2-f2c3bc128873" providerId="ADAL" clId="{944924B4-8740-4825-ACA7-EF8C9C79642D}" dt="2026-07-12T00:53:01.399" v="149" actId="478"/>
          <ac:spMkLst>
            <pc:docMk/>
            <pc:sldMk cId="3920726022" sldId="258"/>
            <ac:spMk id="10" creationId="{AF9EEA96-7AEC-3009-94D3-B4F6CD3031D6}"/>
          </ac:spMkLst>
        </pc:spChg>
        <pc:spChg chg="mod">
          <ac:chgData name="Cameron Bosley" userId="c80fceb3-8f23-455a-9dd2-f2c3bc128873" providerId="ADAL" clId="{944924B4-8740-4825-ACA7-EF8C9C79642D}" dt="2026-07-12T00:40:13.742" v="115" actId="1076"/>
          <ac:spMkLst>
            <pc:docMk/>
            <pc:sldMk cId="3920726022" sldId="258"/>
            <ac:spMk id="15" creationId="{2F2369AA-D3FA-D039-0188-43754705BE55}"/>
          </ac:spMkLst>
        </pc:spChg>
        <pc:spChg chg="mod">
          <ac:chgData name="Cameron Bosley" userId="c80fceb3-8f23-455a-9dd2-f2c3bc128873" providerId="ADAL" clId="{944924B4-8740-4825-ACA7-EF8C9C79642D}" dt="2026-07-12T00:40:13.742" v="115" actId="1076"/>
          <ac:spMkLst>
            <pc:docMk/>
            <pc:sldMk cId="3920726022" sldId="258"/>
            <ac:spMk id="16" creationId="{A065D486-5361-F5B1-384A-ADDAD06ACF1E}"/>
          </ac:spMkLst>
        </pc:spChg>
        <pc:spChg chg="mod">
          <ac:chgData name="Cameron Bosley" userId="c80fceb3-8f23-455a-9dd2-f2c3bc128873" providerId="ADAL" clId="{944924B4-8740-4825-ACA7-EF8C9C79642D}" dt="2026-07-13T01:03:16.917" v="208" actId="20577"/>
          <ac:spMkLst>
            <pc:docMk/>
            <pc:sldMk cId="3920726022" sldId="258"/>
            <ac:spMk id="17" creationId="{BEE10398-C2F3-D2C0-67BA-ACA9F5B05A36}"/>
          </ac:spMkLst>
        </pc:spChg>
        <pc:spChg chg="mod">
          <ac:chgData name="Cameron Bosley" userId="c80fceb3-8f23-455a-9dd2-f2c3bc128873" providerId="ADAL" clId="{944924B4-8740-4825-ACA7-EF8C9C79642D}" dt="2026-07-12T00:40:13.742" v="115" actId="1076"/>
          <ac:spMkLst>
            <pc:docMk/>
            <pc:sldMk cId="3920726022" sldId="258"/>
            <ac:spMk id="19" creationId="{C288FE19-9D0B-2C26-A575-8DE001691DFD}"/>
          </ac:spMkLst>
        </pc:spChg>
        <pc:spChg chg="mod">
          <ac:chgData name="Cameron Bosley" userId="c80fceb3-8f23-455a-9dd2-f2c3bc128873" providerId="ADAL" clId="{944924B4-8740-4825-ACA7-EF8C9C79642D}" dt="2026-07-12T00:40:13.742" v="115" actId="1076"/>
          <ac:spMkLst>
            <pc:docMk/>
            <pc:sldMk cId="3920726022" sldId="258"/>
            <ac:spMk id="20" creationId="{436B31FD-A7D4-E6CB-F9D1-337FFB2EC54D}"/>
          </ac:spMkLst>
        </pc:spChg>
        <pc:spChg chg="mod">
          <ac:chgData name="Cameron Bosley" userId="c80fceb3-8f23-455a-9dd2-f2c3bc128873" providerId="ADAL" clId="{944924B4-8740-4825-ACA7-EF8C9C79642D}" dt="2026-07-12T00:40:13.742" v="115" actId="1076"/>
          <ac:spMkLst>
            <pc:docMk/>
            <pc:sldMk cId="3920726022" sldId="258"/>
            <ac:spMk id="21" creationId="{DC128DCB-24AB-E602-E3B0-8ED06857DE23}"/>
          </ac:spMkLst>
        </pc:spChg>
        <pc:spChg chg="del mod">
          <ac:chgData name="Cameron Bosley" userId="c80fceb3-8f23-455a-9dd2-f2c3bc128873" providerId="ADAL" clId="{944924B4-8740-4825-ACA7-EF8C9C79642D}" dt="2026-07-12T00:38:46.471" v="111" actId="478"/>
          <ac:spMkLst>
            <pc:docMk/>
            <pc:sldMk cId="3920726022" sldId="258"/>
            <ac:spMk id="24" creationId="{64BC71EA-C499-1F73-BA0D-D55C0AEDA3A9}"/>
          </ac:spMkLst>
        </pc:spChg>
        <pc:graphicFrameChg chg="mod modGraphic">
          <ac:chgData name="Cameron Bosley" userId="c80fceb3-8f23-455a-9dd2-f2c3bc128873" providerId="ADAL" clId="{944924B4-8740-4825-ACA7-EF8C9C79642D}" dt="2026-07-13T01:03:03.005" v="207" actId="20577"/>
          <ac:graphicFrameMkLst>
            <pc:docMk/>
            <pc:sldMk cId="3920726022" sldId="258"/>
            <ac:graphicFrameMk id="2" creationId="{C33EAB99-EB12-8DE1-737B-4EA6A43C3F4B}"/>
          </ac:graphicFrameMkLst>
        </pc:graphicFrameChg>
        <pc:picChg chg="add mod">
          <ac:chgData name="Cameron Bosley" userId="c80fceb3-8f23-455a-9dd2-f2c3bc128873" providerId="ADAL" clId="{944924B4-8740-4825-ACA7-EF8C9C79642D}" dt="2026-07-12T01:08:44.142" v="205" actId="207"/>
          <ac:picMkLst>
            <pc:docMk/>
            <pc:sldMk cId="3920726022" sldId="258"/>
            <ac:picMk id="6" creationId="{272C32F6-AE60-4982-C27B-1ABE1AD6B24D}"/>
          </ac:picMkLst>
        </pc:picChg>
        <pc:picChg chg="add del mod">
          <ac:chgData name="Cameron Bosley" userId="c80fceb3-8f23-455a-9dd2-f2c3bc128873" providerId="ADAL" clId="{944924B4-8740-4825-ACA7-EF8C9C79642D}" dt="2026-07-12T01:01:18.021" v="169" actId="478"/>
          <ac:picMkLst>
            <pc:docMk/>
            <pc:sldMk cId="3920726022" sldId="258"/>
            <ac:picMk id="12" creationId="{F0A0847E-D808-DF98-D416-EE175D2F360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13CC6-EFAE-4DB1-B6E2-13F3558D4A1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3417C-F887-4929-873C-C049E0C4D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5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3417C-F887-4929-873C-C049E0C4DF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92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2153E-2447-A137-B123-5E4FDFBCF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61FA4-1FCB-9229-C51C-9628EA3DE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4B9DD7-824B-8E99-268A-0C0E46100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BFB31-9667-AEF6-9DD2-74AF1F6BF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3417C-F887-4929-873C-C049E0C4DF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28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134D1-B8EF-7214-7A6F-F95D079C0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B4FD9-A3AB-C229-F5DC-393E2A02B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07CBF-6D02-E5F2-BA35-B08CAD61B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2538-7DE6-4335-B688-B6BBA27256E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F64FB-D250-E6B4-BDB6-C05FACED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B949B-290E-9BB0-1DBA-3B8DC5E1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E028-587D-4449-976E-C297DD3EA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64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252F-D841-1CAA-7A61-406B79EC9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71FBF-139D-0537-FD59-6B270A3DE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7AD8C-BCD5-B562-BF0D-25B3816D2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2538-7DE6-4335-B688-B6BBA27256E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D4130-9061-176B-D370-2F57421F6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F429A-52C5-B4EF-BDDC-CD738870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E028-587D-4449-976E-C297DD3EA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8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9369-AB2F-5649-E37C-DB64EE58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4AD8B-25E2-D3CF-EAB6-0DB16B76D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9A0DC-3487-643A-D5C1-C14246E24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2538-7DE6-4335-B688-B6BBA27256E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A1C41-7F96-4B99-52E7-32C1C77D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E5055-198A-956A-9742-2C81811F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E028-587D-4449-976E-C297DD3EA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91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F1BA6-DD11-02B8-35B9-D576E876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AC8C8-62C4-AE5B-A9A2-EE48A3914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19648-1C60-D3C3-7630-104FDB9EF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65B4C-1C0B-5D50-733E-BC848AADD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2538-7DE6-4335-B688-B6BBA27256E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FE6FB-476A-9D19-D7B3-770D2075C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47930-3AEB-16DF-F1CB-10CFCD123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E028-587D-4449-976E-C297DD3EA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05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A34C-9F28-EBC1-426F-633565517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CAB73-1132-8889-087D-55705D642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8A2EB-A814-51BE-D4E6-90EA4A834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B6C87B-CD78-4261-987C-3B873DBB0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00343E-6833-8B67-A066-A9444EF05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840CB-2021-5616-0801-48D63C2E0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2538-7DE6-4335-B688-B6BBA27256E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D45FE-9E2B-2960-6DA4-B51F29E9E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7C814-3017-F6C1-EFDC-9A064E2E8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E028-587D-4449-976E-C297DD3EA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17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EA99-0FA5-665A-D597-B811F27D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B80ADE-831C-DFD6-EF3F-F2763741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2538-7DE6-4335-B688-B6BBA27256E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BC08D-A15B-7F79-C78B-210FB475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FAF15-623E-801B-B9ED-F6DFCF4E4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E028-587D-4449-976E-C297DD3EA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82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49BB5-1B83-1978-D15E-6E7CBC98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2538-7DE6-4335-B688-B6BBA27256E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77B1F5-F011-A892-C003-1DCB97B5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2642D-DA07-BE73-0A3B-E04FC950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E028-587D-4449-976E-C297DD3EA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5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3A01C-A07B-6998-ED74-FC51D750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64B06-C4AB-8419-4C93-DCE35D9A0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F7F55-4A90-AA01-7BA3-DE1A9D738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E0D3D-73B2-BE3C-0CD0-C86FDFDC7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2538-7DE6-4335-B688-B6BBA27256E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F0904-1EB6-3F2A-E406-983114ED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D565C-5712-B824-1C2D-E5D8D470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E028-587D-4449-976E-C297DD3EA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09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BE1D2-924E-3AAC-DFEE-67D618B88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92B2C-5CA6-B0B4-73AE-81BE50F741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15C15-EACC-2E4C-7E0C-58186F48A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BFE43-5579-CE07-2548-943AF5655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2538-7DE6-4335-B688-B6BBA27256E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909EE-E31C-B9BD-D348-10FFBCEA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E3CAF-46EA-503E-9728-C3B9E502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E028-587D-4449-976E-C297DD3EA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8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57828-4761-8728-F16A-EEA583F85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FA3EE-3A9C-8B00-5D3D-31AD7712F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8380E-3C32-59C5-4488-7868BE5B3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2538-7DE6-4335-B688-B6BBA27256E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F36AC-A0F5-49C0-6C64-15F2921E8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57690-132D-40BD-83A2-7B4A29CE6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E028-587D-4449-976E-C297DD3EA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97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232F72-C108-C750-1441-4FB9B850A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5B497-232C-C1EE-8ADE-B79DA0D2D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E2D87-204A-EF14-2CF4-BF4D1DBA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2538-7DE6-4335-B688-B6BBA27256E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CBC1A-4851-3731-0C4D-168784F4E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992F9-C22A-4374-6D5A-0EE93C31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6E028-587D-4449-976E-C297DD3EA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61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9FB0B-575E-8BE1-1737-359AA925B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17E77-37CB-66BD-B952-17C2E1D36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E1C99-6778-6B94-4F47-7D7519BE71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B2538-7DE6-4335-B688-B6BBA27256E2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0B2C4-0783-49B9-7143-851CD9FCD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66B83-A958-B748-52A5-C2451A851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C6E028-587D-4449-976E-C297DD3EA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1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1AF8C1-28A0-601C-EFB2-5E8C32419FCF}"/>
              </a:ext>
            </a:extLst>
          </p:cNvPr>
          <p:cNvSpPr/>
          <p:nvPr/>
        </p:nvSpPr>
        <p:spPr>
          <a:xfrm>
            <a:off x="2400300" y="1366265"/>
            <a:ext cx="2941320" cy="1826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ACA8609-9A80-D79B-B398-747002B5360D}"/>
              </a:ext>
            </a:extLst>
          </p:cNvPr>
          <p:cNvSpPr/>
          <p:nvPr/>
        </p:nvSpPr>
        <p:spPr>
          <a:xfrm rot="10800000">
            <a:off x="2400300" y="1767838"/>
            <a:ext cx="2941320" cy="1661162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9F1DFF-C036-71A1-00E3-113880540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793724"/>
              </p:ext>
            </p:extLst>
          </p:nvPr>
        </p:nvGraphicFramePr>
        <p:xfrm>
          <a:off x="2430541" y="1366266"/>
          <a:ext cx="2819877" cy="2009394"/>
        </p:xfrm>
        <a:graphic>
          <a:graphicData uri="http://schemas.openxmlformats.org/drawingml/2006/table">
            <a:tbl>
              <a:tblPr firstRow="1" firstCol="1" bandRow="1">
                <a:effectLst/>
                <a:tableStyleId>{B301B821-A1FF-4177-AEE7-76D212191A09}</a:tableStyleId>
              </a:tblPr>
              <a:tblGrid>
                <a:gridCol w="1297742">
                  <a:extLst>
                    <a:ext uri="{9D8B030D-6E8A-4147-A177-3AD203B41FA5}">
                      <a16:colId xmlns:a16="http://schemas.microsoft.com/office/drawing/2014/main" val="2189777175"/>
                    </a:ext>
                  </a:extLst>
                </a:gridCol>
                <a:gridCol w="470272">
                  <a:extLst>
                    <a:ext uri="{9D8B030D-6E8A-4147-A177-3AD203B41FA5}">
                      <a16:colId xmlns:a16="http://schemas.microsoft.com/office/drawing/2014/main" val="2330485465"/>
                    </a:ext>
                  </a:extLst>
                </a:gridCol>
                <a:gridCol w="1051863">
                  <a:extLst>
                    <a:ext uri="{9D8B030D-6E8A-4147-A177-3AD203B41FA5}">
                      <a16:colId xmlns:a16="http://schemas.microsoft.com/office/drawing/2014/main" val="2451068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Engine Names</a:t>
                      </a:r>
                      <a:endParaRPr lang="en-US" sz="12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Age</a:t>
                      </a:r>
                      <a:endParaRPr lang="en-US" sz="12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Date of Last Maintenance</a:t>
                      </a:r>
                      <a:endParaRPr lang="en-US" sz="12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618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GE90-115B 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2025-04-15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140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 CFM56-7B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2024-08-18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84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 PW4000-97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sz="1200" b="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2025-07-10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980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 Trent 7000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US" sz="1200" b="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2023-01-08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77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BG-MMA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sz="1200" b="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2026-04-04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63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SSM-8B 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lang="en-US" sz="1200" b="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2024-12-01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664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 MEB-22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sz="1200" b="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2024-05-29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95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 TRON-35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2025-03-22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729437"/>
                  </a:ext>
                </a:extLst>
              </a:tr>
            </a:tbl>
          </a:graphicData>
        </a:graphic>
      </p:graphicFrame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26B762-3360-CDEB-9E97-3C2FF2DEDD18}"/>
              </a:ext>
            </a:extLst>
          </p:cNvPr>
          <p:cNvSpPr/>
          <p:nvPr/>
        </p:nvSpPr>
        <p:spPr>
          <a:xfrm>
            <a:off x="2529840" y="3948733"/>
            <a:ext cx="2941320" cy="1744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016C4E-3A40-BFFB-F0B8-8F53697FAF84}"/>
              </a:ext>
            </a:extLst>
          </p:cNvPr>
          <p:cNvSpPr/>
          <p:nvPr/>
        </p:nvSpPr>
        <p:spPr>
          <a:xfrm>
            <a:off x="2606040" y="4108753"/>
            <a:ext cx="2788920" cy="15082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8975AB-33EE-FC69-68D9-0B80DD5EDDF2}"/>
              </a:ext>
            </a:extLst>
          </p:cNvPr>
          <p:cNvSpPr txBox="1"/>
          <p:nvPr/>
        </p:nvSpPr>
        <p:spPr>
          <a:xfrm>
            <a:off x="2667000" y="4139709"/>
            <a:ext cx="2667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Engine </a:t>
            </a:r>
            <a:r>
              <a:rPr lang="en-US" sz="1000" dirty="0" err="1"/>
              <a:t>Names,Age,Date</a:t>
            </a:r>
            <a:r>
              <a:rPr lang="en-US" sz="1000" dirty="0"/>
              <a:t> of Last Maintenance</a:t>
            </a:r>
          </a:p>
          <a:p>
            <a:r>
              <a:rPr lang="en-US" sz="1000" dirty="0"/>
              <a:t>GE90-115B ,5,2025-04-15</a:t>
            </a:r>
          </a:p>
          <a:p>
            <a:r>
              <a:rPr lang="en-US" sz="1000" dirty="0"/>
              <a:t>CFM56-7B,10,2024-08-18</a:t>
            </a:r>
          </a:p>
          <a:p>
            <a:r>
              <a:rPr lang="en-US" sz="1000" dirty="0"/>
              <a:t>PW4000-97,3,2025-07-10</a:t>
            </a:r>
          </a:p>
          <a:p>
            <a:r>
              <a:rPr lang="en-US" sz="1000" dirty="0"/>
              <a:t>Trent 7000,5,2023-01-08</a:t>
            </a:r>
          </a:p>
          <a:p>
            <a:r>
              <a:rPr lang="en-US" sz="1000" dirty="0"/>
              <a:t>BG-MMA,4,2026-04-04</a:t>
            </a:r>
          </a:p>
          <a:p>
            <a:r>
              <a:rPr lang="en-US" sz="1000" dirty="0"/>
              <a:t>SSM-8B ,9,2024-12-01</a:t>
            </a:r>
          </a:p>
          <a:p>
            <a:r>
              <a:rPr lang="en-US" sz="1000" dirty="0"/>
              <a:t>MEB-22,3,2024-05-29</a:t>
            </a:r>
          </a:p>
          <a:p>
            <a:r>
              <a:rPr lang="en-US" sz="1000" dirty="0"/>
              <a:t>TRON-35,8,2025-03-22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2BFBB3-F110-23B3-5891-7492FA21156E}"/>
              </a:ext>
            </a:extLst>
          </p:cNvPr>
          <p:cNvSpPr/>
          <p:nvPr/>
        </p:nvSpPr>
        <p:spPr>
          <a:xfrm>
            <a:off x="3265170" y="3788713"/>
            <a:ext cx="1440180" cy="381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ord 19">
            <a:extLst>
              <a:ext uri="{FF2B5EF4-FFF2-40B4-BE49-F238E27FC236}">
                <a16:creationId xmlns:a16="http://schemas.microsoft.com/office/drawing/2014/main" id="{25872E95-06F0-9F1A-0F07-856E4772D839}"/>
              </a:ext>
            </a:extLst>
          </p:cNvPr>
          <p:cNvSpPr/>
          <p:nvPr/>
        </p:nvSpPr>
        <p:spPr>
          <a:xfrm rot="5400000">
            <a:off x="3467813" y="3561065"/>
            <a:ext cx="1040131" cy="859155"/>
          </a:xfrm>
          <a:prstGeom prst="chord">
            <a:avLst>
              <a:gd name="adj1" fmla="val 6429855"/>
              <a:gd name="adj2" fmla="val 1514763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FF67633-4D61-8CFC-057C-88B9B73168E7}"/>
              </a:ext>
            </a:extLst>
          </p:cNvPr>
          <p:cNvSpPr/>
          <p:nvPr/>
        </p:nvSpPr>
        <p:spPr>
          <a:xfrm>
            <a:off x="3897630" y="3575353"/>
            <a:ext cx="175260" cy="2057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Circular 23">
            <a:extLst>
              <a:ext uri="{FF2B5EF4-FFF2-40B4-BE49-F238E27FC236}">
                <a16:creationId xmlns:a16="http://schemas.microsoft.com/office/drawing/2014/main" id="{960F189A-ADE8-64ED-247F-9435DE7A15A2}"/>
              </a:ext>
            </a:extLst>
          </p:cNvPr>
          <p:cNvSpPr/>
          <p:nvPr/>
        </p:nvSpPr>
        <p:spPr>
          <a:xfrm rot="4582783">
            <a:off x="4790765" y="3003851"/>
            <a:ext cx="1330307" cy="1417319"/>
          </a:xfrm>
          <a:prstGeom prst="circularArrow">
            <a:avLst>
              <a:gd name="adj1" fmla="val 9428"/>
              <a:gd name="adj2" fmla="val 1472076"/>
              <a:gd name="adj3" fmla="val 20581598"/>
              <a:gd name="adj4" fmla="val 11543255"/>
              <a:gd name="adj5" fmla="val 15229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489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6B15-BD06-41E9-2A68-411EAB635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B36E43-BBD1-BEC7-0BAA-37A669ADE42C}"/>
              </a:ext>
            </a:extLst>
          </p:cNvPr>
          <p:cNvSpPr/>
          <p:nvPr/>
        </p:nvSpPr>
        <p:spPr>
          <a:xfrm>
            <a:off x="2400300" y="1366265"/>
            <a:ext cx="2941320" cy="12407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9D9F077A-7C59-E6E7-150E-E30B4A1D5C9C}"/>
              </a:ext>
            </a:extLst>
          </p:cNvPr>
          <p:cNvSpPr/>
          <p:nvPr/>
        </p:nvSpPr>
        <p:spPr>
          <a:xfrm rot="10800000">
            <a:off x="2400300" y="1767838"/>
            <a:ext cx="2941320" cy="870142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3EAB99-EB12-8DE1-737B-4EA6A43C3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021775"/>
              </p:ext>
            </p:extLst>
          </p:nvPr>
        </p:nvGraphicFramePr>
        <p:xfrm>
          <a:off x="2430541" y="1356741"/>
          <a:ext cx="2819877" cy="1209802"/>
        </p:xfrm>
        <a:graphic>
          <a:graphicData uri="http://schemas.openxmlformats.org/drawingml/2006/table">
            <a:tbl>
              <a:tblPr firstRow="1" firstCol="1" bandRow="1">
                <a:effectLst/>
                <a:tableStyleId>{B301B821-A1FF-4177-AEE7-76D212191A09}</a:tableStyleId>
              </a:tblPr>
              <a:tblGrid>
                <a:gridCol w="1297742">
                  <a:extLst>
                    <a:ext uri="{9D8B030D-6E8A-4147-A177-3AD203B41FA5}">
                      <a16:colId xmlns:a16="http://schemas.microsoft.com/office/drawing/2014/main" val="2189777175"/>
                    </a:ext>
                  </a:extLst>
                </a:gridCol>
                <a:gridCol w="470272">
                  <a:extLst>
                    <a:ext uri="{9D8B030D-6E8A-4147-A177-3AD203B41FA5}">
                      <a16:colId xmlns:a16="http://schemas.microsoft.com/office/drawing/2014/main" val="2330485465"/>
                    </a:ext>
                  </a:extLst>
                </a:gridCol>
                <a:gridCol w="1051863">
                  <a:extLst>
                    <a:ext uri="{9D8B030D-6E8A-4147-A177-3AD203B41FA5}">
                      <a16:colId xmlns:a16="http://schemas.microsoft.com/office/drawing/2014/main" val="2451068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Engine Name</a:t>
                      </a:r>
                      <a:endParaRPr lang="en-US" sz="12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Age</a:t>
                      </a:r>
                      <a:endParaRPr lang="en-US" sz="12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</a:rPr>
                        <a:t>Last Maintenance</a:t>
                      </a:r>
                      <a:endParaRPr lang="en-US" sz="12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618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BG-MGLS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2026-04-04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63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SSM-8B 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2024-12-01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664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 MEB-22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US" sz="1200" b="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2024-05-29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95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 TRON-35A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</a:rPr>
                        <a:t>2025-03-22</a:t>
                      </a:r>
                      <a:endParaRPr lang="en-US" sz="1200" b="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729437"/>
                  </a:ext>
                </a:extLst>
              </a:tr>
            </a:tbl>
          </a:graphicData>
        </a:graphic>
      </p:graphicFrame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2369AA-D3FA-D039-0188-43754705BE55}"/>
              </a:ext>
            </a:extLst>
          </p:cNvPr>
          <p:cNvSpPr/>
          <p:nvPr/>
        </p:nvSpPr>
        <p:spPr>
          <a:xfrm>
            <a:off x="4706209" y="2889661"/>
            <a:ext cx="2508885" cy="151958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065D486-5361-F5B1-384A-ADDAD06ACF1E}"/>
              </a:ext>
            </a:extLst>
          </p:cNvPr>
          <p:cNvSpPr/>
          <p:nvPr/>
        </p:nvSpPr>
        <p:spPr>
          <a:xfrm>
            <a:off x="4797649" y="3008559"/>
            <a:ext cx="2331720" cy="129601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E10398-C2F3-D2C0-67BA-ACA9F5B05A36}"/>
              </a:ext>
            </a:extLst>
          </p:cNvPr>
          <p:cNvSpPr txBox="1"/>
          <p:nvPr/>
        </p:nvSpPr>
        <p:spPr>
          <a:xfrm>
            <a:off x="4843369" y="3080637"/>
            <a:ext cx="2667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Engine Name,Age, Last Maintenance</a:t>
            </a:r>
          </a:p>
          <a:p>
            <a:r>
              <a:rPr lang="en-US" sz="1000" dirty="0"/>
              <a:t>BG-MGLS,4,2026-04-04</a:t>
            </a:r>
          </a:p>
          <a:p>
            <a:r>
              <a:rPr lang="en-US" sz="1000" dirty="0"/>
              <a:t>SSM-8B ,9,2024-12-01</a:t>
            </a:r>
          </a:p>
          <a:p>
            <a:r>
              <a:rPr lang="en-US" sz="1000" dirty="0"/>
              <a:t>MEB-22,3,2024-05-29</a:t>
            </a:r>
          </a:p>
          <a:p>
            <a:r>
              <a:rPr lang="en-US" sz="1000" dirty="0"/>
              <a:t>TRON-35A,8,2025-03-22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288FE19-9D0B-2C26-A575-8DE001691DFD}"/>
              </a:ext>
            </a:extLst>
          </p:cNvPr>
          <p:cNvSpPr/>
          <p:nvPr/>
        </p:nvSpPr>
        <p:spPr>
          <a:xfrm>
            <a:off x="5285329" y="2734063"/>
            <a:ext cx="1440180" cy="381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hord 19">
            <a:extLst>
              <a:ext uri="{FF2B5EF4-FFF2-40B4-BE49-F238E27FC236}">
                <a16:creationId xmlns:a16="http://schemas.microsoft.com/office/drawing/2014/main" id="{436B31FD-A7D4-E6CB-F9D1-337FFB2EC54D}"/>
              </a:ext>
            </a:extLst>
          </p:cNvPr>
          <p:cNvSpPr/>
          <p:nvPr/>
        </p:nvSpPr>
        <p:spPr>
          <a:xfrm rot="5400000">
            <a:off x="5470113" y="2528455"/>
            <a:ext cx="1040131" cy="859155"/>
          </a:xfrm>
          <a:prstGeom prst="chord">
            <a:avLst>
              <a:gd name="adj1" fmla="val 6429855"/>
              <a:gd name="adj2" fmla="val 1514763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C128DCB-24AB-E602-E3B0-8ED06857DE23}"/>
              </a:ext>
            </a:extLst>
          </p:cNvPr>
          <p:cNvSpPr/>
          <p:nvPr/>
        </p:nvSpPr>
        <p:spPr>
          <a:xfrm>
            <a:off x="5902548" y="2544246"/>
            <a:ext cx="175260" cy="2057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Back with solid fill">
            <a:extLst>
              <a:ext uri="{FF2B5EF4-FFF2-40B4-BE49-F238E27FC236}">
                <a16:creationId xmlns:a16="http://schemas.microsoft.com/office/drawing/2014/main" id="{272C32F6-AE60-4982-C27B-1ABE1AD6B2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582632" flipH="1">
            <a:off x="5370928" y="1739756"/>
            <a:ext cx="776414" cy="77641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4210954-BA6C-C27F-B2D5-893564FEB6E5}"/>
              </a:ext>
            </a:extLst>
          </p:cNvPr>
          <p:cNvSpPr/>
          <p:nvPr/>
        </p:nvSpPr>
        <p:spPr>
          <a:xfrm>
            <a:off x="2882981" y="2809031"/>
            <a:ext cx="1142492" cy="1152941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7E1977-015C-195F-6194-F5816B572BC3}"/>
              </a:ext>
            </a:extLst>
          </p:cNvPr>
          <p:cNvSpPr txBox="1"/>
          <p:nvPr/>
        </p:nvSpPr>
        <p:spPr>
          <a:xfrm>
            <a:off x="3059023" y="2884754"/>
            <a:ext cx="790408" cy="107721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CSV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TSV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PSV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DSV</a:t>
            </a:r>
          </a:p>
        </p:txBody>
      </p:sp>
    </p:spTree>
    <p:extLst>
      <p:ext uri="{BB962C8B-B14F-4D97-AF65-F5344CB8AC3E}">
        <p14:creationId xmlns:p14="http://schemas.microsoft.com/office/powerpoint/2010/main" val="3920726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9dd3a11-4348-4468-9bdd-e5072b1dc1e6}" enabled="0" method="" siteId="{99dd3a11-4348-4468-9bdd-e5072b1dc1e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3218</TotalTime>
  <Words>105</Words>
  <Application>Microsoft Office PowerPoint</Application>
  <PresentationFormat>Widescreen</PresentationFormat>
  <Paragraphs>62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Cameron Bosley</dc:creator>
  <cp:lastModifiedBy>Cameron Bosley</cp:lastModifiedBy>
  <cp:revision>1</cp:revision>
  <dcterms:created xsi:type="dcterms:W3CDTF">2026-07-10T19:25:10Z</dcterms:created>
  <dcterms:modified xsi:type="dcterms:W3CDTF">2026-07-13T01:03:21Z</dcterms:modified>
</cp:coreProperties>
</file>